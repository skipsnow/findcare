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1" d="100"/>
          <a:sy n="51" d="100"/>
        </p:scale>
        <p:origin x="35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E2D3-0453-3644-985D-C4CA1FF8A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364B5-C206-EF5E-A991-F139D9FEA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8176B-2977-E475-BA08-7EBCCC67C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46ED30-CB7F-69E9-4EF2-624FBEE60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FF379-4DA4-9138-4672-064ACEC93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03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AAD42-76A8-E47B-CCBF-71DF54AFA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9EDF4-478F-5A6F-8B47-7297A51DA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DF5F9A-3045-F826-1BEA-962640085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D8A9B-5F6A-04CC-2C77-3282E591C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D2BF3-1A63-9230-282E-1971E3094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229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FF65A-F6ED-871A-1CE4-5F64B10F8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0809FD-D25F-196D-AFA1-C92E79740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B4761-384F-51C1-5A66-9A2CB1847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E72D6-136F-41D9-B9DB-FCE1910D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C8E086-509C-990E-9A79-8BF0577A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76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3122-2CA2-6ABA-212F-581A31120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00954-68FB-BC81-D773-3E57F1E750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51B869-C022-7234-5B8D-10D53236F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02FC9-79C7-2675-3333-3A9D87F6B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74CAD-02B5-61B4-8BA3-6159A9182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619FD-17FA-EF54-AD6B-020E70B57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454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ED7C6-8C72-6134-D774-057F8FE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60B-D3D6-80DF-3587-28D166D1A7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45B344-B8F9-D0B8-0B05-94614880C4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F078A3-CAA5-263C-511A-9C8FE8F83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893323-7FA5-787C-EFF8-F34C073893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D9BCC0-1EF6-76EC-B4C0-F88C5D62D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485C53-5295-F6A0-47F8-EE044B97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F06E5-1384-37F6-7DEB-2FD8EC932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20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34BB3-DDBA-00EE-6704-7942C1FC4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C4BCB7-A8BB-AEEF-02EF-7891C9564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69BF47-AC4C-6730-8B4F-BA89F3A9F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1722D-F49D-3EE4-E0BA-00BDF74AA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922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3A7655-610E-B88C-E976-63CF89850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728E0-54AB-81D0-9CF9-7488FFAC2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B04B0-8E00-EB28-CCD3-F092EA0F9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517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BED26-671D-272E-AA86-4D9AFB3F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ACB2F-9DA7-B8F4-9583-3BDA698C9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1AAF84-EBA5-EDDC-094D-F941452ADF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3C823C-F555-4C57-C480-A16330103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5AF29-8732-4118-15BA-EB6819A88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232895-F629-A770-59CB-019D07990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23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05B1D-3EC5-C1D3-86D9-CBE73ABA8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9FD50D-A2D1-D8CF-E62A-544B69DBC9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B3815A-1ECD-BF47-8AFD-676E65DEA8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22AB30-D5C6-E037-4A43-583D09111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059D8-393D-9269-8F72-F4D762FD4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66C2B6-853A-5E13-792D-6FCE0430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23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6EA68-9D92-5460-8CB8-877D82260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6B5ED-97FC-0B04-D739-51473EDC8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C1328-5A1F-9765-2945-33118F55B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3B48D-E0D5-8690-FA67-E5F5D50B2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5BA210-CBBA-DF7E-094F-E947A61EF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980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C6AE7-DF3B-B26B-A8C2-5FCA2B3BF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1B61CD-9425-24B4-BADB-5488040569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8A9BEB-72F1-1BFA-5986-B6A769F8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8C5001-B835-1714-6312-711763F94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472AF-1618-4117-8310-0D411A286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56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74BA9-8D09-4F55-B036-7528C4CE6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05D805-BBDF-32AA-3358-4B98B58FA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5C215-BA26-3506-EE23-5160A452DD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B1C2C3-D437-4CB5-914C-06113AC135B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A3C0D-F5D3-8B83-7CE1-012B45638A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26E66D-745C-9FAA-A9BF-2FA29E0EDC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8862C-60D9-4F89-B777-7F7E7DA842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814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F493B-3D3D-0AB7-8573-E791A9E246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4DD1E0-AAE0-588B-2D95-6618B63A2A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844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skip snow</dc:creator>
  <cp:lastModifiedBy>skip snow</cp:lastModifiedBy>
  <cp:revision>1</cp:revision>
  <dcterms:created xsi:type="dcterms:W3CDTF">2026-01-17T19:25:09Z</dcterms:created>
  <dcterms:modified xsi:type="dcterms:W3CDTF">2026-01-17T19:29:25Z</dcterms:modified>
</cp:coreProperties>
</file>