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87" autoAdjust="0"/>
    <p:restoredTop sz="94660"/>
  </p:normalViewPr>
  <p:slideViewPr>
    <p:cSldViewPr snapToGrid="0">
      <p:cViewPr varScale="1">
        <p:scale>
          <a:sx n="51" d="100"/>
          <a:sy n="51" d="100"/>
        </p:scale>
        <p:origin x="500" y="26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slide" Target="slides/slide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86E2D3-0453-3644-985D-C4CA1FF8A2E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FB364B5-C206-EF5E-A991-F139D9FEA6E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D48176B-2977-E475-BA08-7EBCCC67CB0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B1C2C3-D437-4CB5-914C-06113AC135BA}" type="datetimeFigureOut">
              <a:rPr lang="en-US" smtClean="0"/>
              <a:t>1/17/2026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F46ED30-CB7F-69E9-4EF2-624FBEE60B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34FF379-4DA4-9138-4672-064ACEC939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98862C-60D9-4F89-B777-7F7E7DA842C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050346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DAAD42-76A8-E47B-CCBF-71DF54AFA5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2A9EDF4-478F-5A6F-8B47-7297A51DA07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4DF5F9A-3045-F826-1BEA-9626400853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B1C2C3-D437-4CB5-914C-06113AC135BA}" type="datetimeFigureOut">
              <a:rPr lang="en-US" smtClean="0"/>
              <a:t>1/17/2026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1ED8A9B-5F6A-04CC-2C77-3282E591C6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36D2BF3-1A63-9230-282E-1971E30946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98862C-60D9-4F89-B777-7F7E7DA842C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2222934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4AFF65A-F6ED-871A-1CE4-5F64B10F83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60809FD-D25F-196D-AFA1-C92E7974008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14B4761-384F-51C1-5A66-9A2CB18473B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B1C2C3-D437-4CB5-914C-06113AC135BA}" type="datetimeFigureOut">
              <a:rPr lang="en-US" smtClean="0"/>
              <a:t>1/17/2026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A1E72D6-136F-41D9-B9DB-FCE1910DB5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EC8E086-509C-990E-9A79-8BF0577AD2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98862C-60D9-4F89-B777-7F7E7DA842C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6937665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993122-2CA2-6ABA-212F-581A31120D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BB00954-68FB-BC81-D773-3E57F1E7501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251B869-C022-7234-5B8D-10D53236F9D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9002FC9-79C7-2675-3333-3A9D87F6B2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B1C2C3-D437-4CB5-914C-06113AC135BA}" type="datetimeFigureOut">
              <a:rPr lang="en-US" smtClean="0"/>
              <a:t>1/17/2026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9A74CAD-02B5-61B4-8BA3-6159A9182F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63619FD-17FA-EF54-AD6B-020E70B579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98862C-60D9-4F89-B777-7F7E7DA842C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3845485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9ED7C6-8C72-6134-D774-057F8FE1EB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6F7260B-D3D6-80DF-3587-28D166D1A7F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045B344-B8F9-D0B8-0B05-94614880C41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BF078A3-CAA5-263C-511A-9C8FE8F834D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AC893323-7FA5-787C-EFF8-F34C073893C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51D9BCC0-1EF6-76EC-B4C0-F88C5D62D24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B1C2C3-D437-4CB5-914C-06113AC135BA}" type="datetimeFigureOut">
              <a:rPr lang="en-US" smtClean="0"/>
              <a:t>1/17/2026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76485C53-5295-F6A0-47F8-EE044B97F48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E7F06E5-1384-37F6-7DEB-2FD8EC932D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98862C-60D9-4F89-B777-7F7E7DA842C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4972003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134BB3-DDBA-00EE-6704-7942C1FC41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EC4BCB7-A8BB-AEEF-02EF-7891C95648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B1C2C3-D437-4CB5-914C-06113AC135BA}" type="datetimeFigureOut">
              <a:rPr lang="en-US" smtClean="0"/>
              <a:t>1/17/2026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E69BF47-AC4C-6730-8B4F-BA89F3A9FC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781722D-F49D-3EE4-E0BA-00BDF74AAB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98862C-60D9-4F89-B777-7F7E7DA842C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6292250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023A7655-610E-B88C-E976-63CF89850E5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B1C2C3-D437-4CB5-914C-06113AC135BA}" type="datetimeFigureOut">
              <a:rPr lang="en-US" smtClean="0"/>
              <a:t>1/17/2026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39728E0-54AB-81D0-9CF9-7488FFAC23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AEB04B0-8E00-EB28-CCD3-F092EA0F9E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98862C-60D9-4F89-B777-7F7E7DA842C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2151796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DBED26-671D-272E-AA86-4D9AFB3F6BD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07ACB2F-9DA7-B8F4-9583-3BDA698C9A8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21AAF84-EBA5-EDDC-094D-F941452ADF9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63C823C-F555-4C57-C480-A1633010370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B1C2C3-D437-4CB5-914C-06113AC135BA}" type="datetimeFigureOut">
              <a:rPr lang="en-US" smtClean="0"/>
              <a:t>1/17/2026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375AF29-8732-4118-15BA-EB6819A88F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A232895-F629-A770-59CB-019D079904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98862C-60D9-4F89-B777-7F7E7DA842C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3152369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9B05B1D-3EC5-C1D3-86D9-CBE73ABA8C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169FD50D-A2D1-D8CF-E62A-544B69DBC97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FB3815A-1ECD-BF47-8AFD-676E65DEA8B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B22AB30-D5C6-E037-4A43-583D09111F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B1C2C3-D437-4CB5-914C-06113AC135BA}" type="datetimeFigureOut">
              <a:rPr lang="en-US" smtClean="0"/>
              <a:t>1/17/2026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DE059D8-393D-9269-8F72-F4D762FD48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366C2B6-853A-5E13-792D-6FCE04307F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98862C-60D9-4F89-B777-7F7E7DA842C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522368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A66EA68-9D92-5460-8CB8-877D822608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356B5ED-97FC-0B04-D739-51473EDC82E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B3C1328-5A1F-9765-2945-33118F55BC0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B1C2C3-D437-4CB5-914C-06113AC135BA}" type="datetimeFigureOut">
              <a:rPr lang="en-US" smtClean="0"/>
              <a:t>1/17/2026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4B3B48D-E0D5-8690-FA67-E5F5D50B22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05BA210-CBBA-DF7E-094F-E947A61EF2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98862C-60D9-4F89-B777-7F7E7DA842C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7898029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042C6AE7-DF3B-B26B-A8C2-5FCA2B3BF6C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F1B61CD-9425-24B4-BADB-5488040569C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58A9BEB-72F1-1BFA-5986-B6A769F8C8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B1C2C3-D437-4CB5-914C-06113AC135BA}" type="datetimeFigureOut">
              <a:rPr lang="en-US" smtClean="0"/>
              <a:t>1/17/2026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18C5001-B835-1714-6312-711763F94F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9C472AF-1618-4117-8310-0D411A2860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98862C-60D9-4F89-B777-7F7E7DA842C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5345644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A1974BA9-8D09-4F55-B036-7528C4CE609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C05D805-BBDF-32AA-3358-4B98B58FA69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B75C215-BA26-3506-EE23-5160A452DD6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2B1C2C3-D437-4CB5-914C-06113AC135BA}" type="datetimeFigureOut">
              <a:rPr lang="en-US" smtClean="0"/>
              <a:t>1/17/2026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86A3C0D-F5D3-8B83-7CE1-012B45638A4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A26E66D-745C-9FAA-A9BF-2FA29E0EDCE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B98862C-60D9-4F89-B777-7F7E7DA842C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1081486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6F493B-3D3D-0AB7-8573-E791A9E246B6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Chat Healthy	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04DD1E0-AAE0-588B-2D95-6618B63A2AD5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Phase 1 architecture:</a:t>
            </a:r>
          </a:p>
          <a:p>
            <a:r>
              <a:rPr lang="en-US" dirty="0"/>
              <a:t>Project for LLM engineering course. </a:t>
            </a:r>
          </a:p>
        </p:txBody>
      </p:sp>
    </p:spTree>
    <p:extLst>
      <p:ext uri="{BB962C8B-B14F-4D97-AF65-F5344CB8AC3E}">
        <p14:creationId xmlns:p14="http://schemas.microsoft.com/office/powerpoint/2010/main" val="254584430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09C5E5-C67A-BC61-A0CC-952D056816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Overview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DA7233E-1F99-2285-EC5C-6DFBDC4192A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25466" y="1253331"/>
            <a:ext cx="10515600" cy="4351338"/>
          </a:xfrm>
        </p:spPr>
        <p:txBody>
          <a:bodyPr>
            <a:normAutofit fontScale="55000" lnSpcReduction="20000"/>
          </a:bodyPr>
          <a:lstStyle/>
          <a:p>
            <a:r>
              <a:rPr lang="en-US" dirty="0"/>
              <a:t>This architecture exercises the non agentic aspects of all the lessons from LLM engineering from a Udemy course taught by the master Ed Donner:</a:t>
            </a:r>
          </a:p>
          <a:p>
            <a:r>
              <a:rPr lang="en-US" dirty="0"/>
              <a:t>Goal: Create a model that predicts for healthcare Provider types how many docs exist  that are of the specialty. In any particular county. </a:t>
            </a:r>
          </a:p>
          <a:p>
            <a:r>
              <a:rPr lang="en-US" dirty="0"/>
              <a:t>Scope</a:t>
            </a:r>
          </a:p>
          <a:p>
            <a:pPr lvl="1"/>
            <a:r>
              <a:rPr lang="en-US" dirty="0"/>
              <a:t>Prepare Total data set and metadata and load it to a Mongo DB</a:t>
            </a:r>
          </a:p>
          <a:p>
            <a:pPr lvl="1"/>
            <a:r>
              <a:rPr lang="en-US" dirty="0"/>
              <a:t>Prepare data vectors and use them to create:</a:t>
            </a:r>
          </a:p>
          <a:p>
            <a:pPr lvl="2"/>
            <a:r>
              <a:rPr lang="en-US" dirty="0"/>
              <a:t>Predictive models using Frontier models &amp; open-source models using QLoRA</a:t>
            </a:r>
          </a:p>
          <a:p>
            <a:pPr lvl="2"/>
            <a:r>
              <a:rPr lang="en-US" dirty="0"/>
              <a:t>Examine the vectors as per some classification schema (services)</a:t>
            </a:r>
          </a:p>
          <a:p>
            <a:pPr lvl="1"/>
            <a:r>
              <a:rPr lang="en-US" dirty="0"/>
              <a:t>Do various training experiments and show them graphically as accurate by % of deviation from true to find the best model. </a:t>
            </a:r>
          </a:p>
          <a:p>
            <a:pPr lvl="1"/>
            <a:r>
              <a:rPr lang="en-US" dirty="0"/>
              <a:t>Automate the production of a graph based on the experiments</a:t>
            </a:r>
          </a:p>
          <a:p>
            <a:pPr lvl="1"/>
            <a:r>
              <a:rPr lang="en-US" dirty="0"/>
              <a:t>Prepare training data</a:t>
            </a:r>
          </a:p>
          <a:p>
            <a:pPr lvl="1"/>
            <a:r>
              <a:rPr lang="en-US" dirty="0"/>
              <a:t>Display a list of hospitals, clinics, and or docs that can deliver the services. </a:t>
            </a:r>
          </a:p>
          <a:p>
            <a:pPr lvl="1"/>
            <a:r>
              <a:rPr lang="en-US" dirty="0"/>
              <a:t>Phase II (Out of scope, deliver as project for Agentic AI course)</a:t>
            </a:r>
          </a:p>
          <a:p>
            <a:pPr lvl="1"/>
            <a:r>
              <a:rPr lang="en-US" dirty="0"/>
              <a:t>Allow a ‘conversational interface’ to  the model so that laymen can interrogate the model across the dimensions of  specialty, and use state, county, or zip as the means to interrogate the model.</a:t>
            </a:r>
          </a:p>
          <a:p>
            <a:pPr lvl="2"/>
            <a:r>
              <a:rPr lang="en-US" dirty="0"/>
              <a:t>Rely on frontier model to be able to help user get a list of specialties that are of interest to them</a:t>
            </a:r>
          </a:p>
          <a:p>
            <a:r>
              <a:rPr lang="en-US" dirty="0"/>
              <a:t>Environment: Use Modal in so much as possible as the 1 &amp; only environment where the work takes place. Deploy a web service that can run on the internet in a serverless capacity. </a:t>
            </a:r>
          </a:p>
          <a:p>
            <a:pPr marL="0" indent="0">
              <a:buNone/>
            </a:pPr>
            <a:endParaRPr lang="en-US" dirty="0"/>
          </a:p>
          <a:p>
            <a:pPr lvl="1"/>
            <a:endParaRPr lang="en-US" dirty="0"/>
          </a:p>
          <a:p>
            <a:pPr lvl="1"/>
            <a:endParaRPr lang="en-US" dirty="0"/>
          </a:p>
          <a:p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FA0ADAF-CAF4-3508-2482-C1AD9EEA37A0}"/>
              </a:ext>
            </a:extLst>
          </p:cNvPr>
          <p:cNvSpPr txBox="1"/>
          <p:nvPr/>
        </p:nvSpPr>
        <p:spPr>
          <a:xfrm>
            <a:off x="200416" y="6396335"/>
            <a:ext cx="799264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1: I will take the Agentic course next and incorporate agentic aspects to the project and UX within the context of that course</a:t>
            </a:r>
          </a:p>
        </p:txBody>
      </p:sp>
    </p:spTree>
    <p:extLst>
      <p:ext uri="{BB962C8B-B14F-4D97-AF65-F5344CB8AC3E}">
        <p14:creationId xmlns:p14="http://schemas.microsoft.com/office/powerpoint/2010/main" val="86962098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5B9C94-8FF7-E02B-FE6A-29B8BD9B59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Core model for interrogation</a:t>
            </a:r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2D00531B-936D-4FB0-A06B-1E1F90B6159D}"/>
              </a:ext>
            </a:extLst>
          </p:cNvPr>
          <p:cNvGrpSpPr/>
          <p:nvPr/>
        </p:nvGrpSpPr>
        <p:grpSpPr>
          <a:xfrm>
            <a:off x="1014608" y="1690688"/>
            <a:ext cx="1678488" cy="1628709"/>
            <a:chOff x="1014608" y="1690688"/>
            <a:chExt cx="1678488" cy="1628709"/>
          </a:xfrm>
        </p:grpSpPr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D5ACC21A-E6EF-7DA0-7FF3-37BDD3B89E39}"/>
                </a:ext>
              </a:extLst>
            </p:cNvPr>
            <p:cNvSpPr/>
            <p:nvPr/>
          </p:nvSpPr>
          <p:spPr>
            <a:xfrm>
              <a:off x="1014608" y="1690688"/>
              <a:ext cx="1678488" cy="413685"/>
            </a:xfrm>
            <a:prstGeom prst="rect">
              <a:avLst/>
            </a:prstGeom>
            <a:solidFill>
              <a:schemeClr val="bg2">
                <a:lumMod val="9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algn="ctr"/>
              <a:r>
                <a:rPr lang="en-US" b="1" dirty="0">
                  <a:solidFill>
                    <a:schemeClr val="tx1"/>
                  </a:solidFill>
                </a:rPr>
                <a:t>Specialty</a:t>
              </a:r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558D1BB3-2192-350C-C90C-4D8C2A5ECBBF}"/>
                </a:ext>
              </a:extLst>
            </p:cNvPr>
            <p:cNvSpPr/>
            <p:nvPr/>
          </p:nvSpPr>
          <p:spPr>
            <a:xfrm>
              <a:off x="1014608" y="2104373"/>
              <a:ext cx="1678488" cy="1215024"/>
            </a:xfrm>
            <a:prstGeom prst="rect">
              <a:avLst/>
            </a:prstGeom>
            <a:solidFill>
              <a:schemeClr val="bg2">
                <a:lumMod val="9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r>
                <a:rPr lang="en-US" sz="1200" b="1" dirty="0">
                  <a:solidFill>
                    <a:schemeClr val="tx1"/>
                  </a:solidFill>
                </a:rPr>
                <a:t>Code (PK)</a:t>
              </a:r>
            </a:p>
            <a:p>
              <a:r>
                <a:rPr lang="en-US" sz="1200" b="1" dirty="0">
                  <a:solidFill>
                    <a:schemeClr val="tx1"/>
                  </a:solidFill>
                </a:rPr>
                <a:t>Specialization </a:t>
              </a:r>
            </a:p>
            <a:p>
              <a:r>
                <a:rPr lang="en-US" sz="1200" b="1" dirty="0">
                  <a:solidFill>
                    <a:schemeClr val="tx1"/>
                  </a:solidFill>
                </a:rPr>
                <a:t>Classification</a:t>
              </a:r>
            </a:p>
            <a:p>
              <a:r>
                <a:rPr lang="en-US" sz="1200" b="1" dirty="0">
                  <a:solidFill>
                    <a:schemeClr val="tx1"/>
                  </a:solidFill>
                </a:rPr>
                <a:t>Grouping</a:t>
              </a:r>
            </a:p>
            <a:p>
              <a:r>
                <a:rPr lang="en-US" sz="1200" b="1" dirty="0">
                  <a:solidFill>
                    <a:schemeClr val="tx1"/>
                  </a:solidFill>
                </a:rPr>
                <a:t>Description </a:t>
              </a:r>
            </a:p>
            <a:p>
              <a:endParaRPr lang="en-US" sz="1200" b="1" dirty="0">
                <a:solidFill>
                  <a:schemeClr val="tx1"/>
                </a:solidFill>
              </a:endParaRPr>
            </a:p>
            <a:p>
              <a:endParaRPr lang="en-US" sz="1200" b="1" dirty="0">
                <a:solidFill>
                  <a:schemeClr val="tx1"/>
                </a:solidFill>
              </a:endParaRPr>
            </a:p>
            <a:p>
              <a:endParaRPr lang="en-US" sz="1200" b="1" dirty="0">
                <a:solidFill>
                  <a:schemeClr val="tx1"/>
                </a:solidFill>
              </a:endParaRPr>
            </a:p>
          </p:txBody>
        </p:sp>
      </p:grpSp>
      <p:grpSp>
        <p:nvGrpSpPr>
          <p:cNvPr id="18" name="Group 17">
            <a:extLst>
              <a:ext uri="{FF2B5EF4-FFF2-40B4-BE49-F238E27FC236}">
                <a16:creationId xmlns:a16="http://schemas.microsoft.com/office/drawing/2014/main" id="{0CDA9506-10C9-6D83-FBD9-298BC55E2520}"/>
              </a:ext>
            </a:extLst>
          </p:cNvPr>
          <p:cNvGrpSpPr/>
          <p:nvPr/>
        </p:nvGrpSpPr>
        <p:grpSpPr>
          <a:xfrm>
            <a:off x="4365218" y="1996219"/>
            <a:ext cx="1678488" cy="1080603"/>
            <a:chOff x="4207600" y="1690688"/>
            <a:chExt cx="1678488" cy="1080603"/>
          </a:xfrm>
        </p:grpSpPr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7C247C78-C0AD-6C9D-FAC3-4E2778A864BF}"/>
                </a:ext>
              </a:extLst>
            </p:cNvPr>
            <p:cNvSpPr/>
            <p:nvPr/>
          </p:nvSpPr>
          <p:spPr>
            <a:xfrm>
              <a:off x="4207600" y="1690688"/>
              <a:ext cx="1678488" cy="413685"/>
            </a:xfrm>
            <a:prstGeom prst="rect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algn="ctr"/>
              <a:r>
                <a:rPr lang="en-US" b="1" dirty="0">
                  <a:solidFill>
                    <a:schemeClr val="tx1"/>
                  </a:solidFill>
                </a:rPr>
                <a:t>Services</a:t>
              </a:r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9722205E-58DC-17E5-252B-B27CB0BB86EC}"/>
                </a:ext>
              </a:extLst>
            </p:cNvPr>
            <p:cNvSpPr/>
            <p:nvPr/>
          </p:nvSpPr>
          <p:spPr>
            <a:xfrm>
              <a:off x="4207600" y="2104373"/>
              <a:ext cx="1678488" cy="666918"/>
            </a:xfrm>
            <a:prstGeom prst="rect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r>
                <a:rPr lang="en-US" sz="1200" b="1" dirty="0">
                  <a:solidFill>
                    <a:schemeClr val="tx1"/>
                  </a:solidFill>
                </a:rPr>
                <a:t>Service name</a:t>
              </a:r>
            </a:p>
            <a:p>
              <a:r>
                <a:rPr lang="en-US" sz="1200" b="1" dirty="0">
                  <a:solidFill>
                    <a:schemeClr val="tx1"/>
                  </a:solidFill>
                </a:rPr>
                <a:t>Service Description</a:t>
              </a:r>
            </a:p>
            <a:p>
              <a:endParaRPr lang="en-US" sz="1200" b="1" dirty="0">
                <a:solidFill>
                  <a:schemeClr val="tx1"/>
                </a:solidFill>
              </a:endParaRPr>
            </a:p>
            <a:p>
              <a:endParaRPr lang="en-US" sz="1200" b="1" dirty="0">
                <a:solidFill>
                  <a:schemeClr val="tx1"/>
                </a:solidFill>
              </a:endParaRPr>
            </a:p>
          </p:txBody>
        </p:sp>
      </p:grp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48CB1425-3FD2-6817-E0B3-94474C6E4DD2}"/>
              </a:ext>
            </a:extLst>
          </p:cNvPr>
          <p:cNvCxnSpPr>
            <a:cxnSpLocks/>
            <a:stCxn id="7" idx="3"/>
            <a:endCxn id="12" idx="1"/>
          </p:cNvCxnSpPr>
          <p:nvPr/>
        </p:nvCxnSpPr>
        <p:spPr>
          <a:xfrm>
            <a:off x="2693096" y="2711885"/>
            <a:ext cx="1672122" cy="31478"/>
          </a:xfrm>
          <a:prstGeom prst="straightConnector1">
            <a:avLst/>
          </a:prstGeom>
          <a:ln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7A47C5B3-1A07-BC5D-32B4-8EAB53945D11}"/>
              </a:ext>
            </a:extLst>
          </p:cNvPr>
          <p:cNvSpPr txBox="1"/>
          <p:nvPr/>
        </p:nvSpPr>
        <p:spPr>
          <a:xfrm>
            <a:off x="3827744" y="2401959"/>
            <a:ext cx="51764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1..*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A8A26EE9-982A-8D62-0B87-C4A392681900}"/>
              </a:ext>
            </a:extLst>
          </p:cNvPr>
          <p:cNvSpPr/>
          <p:nvPr/>
        </p:nvSpPr>
        <p:spPr>
          <a:xfrm>
            <a:off x="1129429" y="3673001"/>
            <a:ext cx="1678488" cy="413685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b="1">
                <a:solidFill>
                  <a:schemeClr val="tx1"/>
                </a:solidFill>
              </a:rPr>
              <a:t>Provider</a:t>
            </a:r>
            <a:endParaRPr lang="en-US" b="1" dirty="0">
              <a:solidFill>
                <a:schemeClr val="tx1"/>
              </a:solidFill>
            </a:endParaRP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708D400A-BBB8-929A-2151-C5B0A083AED1}"/>
              </a:ext>
            </a:extLst>
          </p:cNvPr>
          <p:cNvSpPr/>
          <p:nvPr/>
        </p:nvSpPr>
        <p:spPr>
          <a:xfrm>
            <a:off x="1129429" y="4086686"/>
            <a:ext cx="1678488" cy="1215024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sz="1200" b="1" dirty="0">
                <a:solidFill>
                  <a:schemeClr val="tx1"/>
                </a:solidFill>
              </a:rPr>
              <a:t>Code (PK)</a:t>
            </a:r>
          </a:p>
          <a:p>
            <a:r>
              <a:rPr lang="en-US" sz="1200" b="1" dirty="0">
                <a:solidFill>
                  <a:schemeClr val="tx1"/>
                </a:solidFill>
              </a:rPr>
              <a:t>Specialization </a:t>
            </a:r>
          </a:p>
          <a:p>
            <a:r>
              <a:rPr lang="en-US" sz="1200" b="1" dirty="0">
                <a:solidFill>
                  <a:schemeClr val="tx1"/>
                </a:solidFill>
              </a:rPr>
              <a:t>Classification</a:t>
            </a:r>
          </a:p>
          <a:p>
            <a:r>
              <a:rPr lang="en-US" sz="1200" b="1" dirty="0">
                <a:solidFill>
                  <a:schemeClr val="tx1"/>
                </a:solidFill>
              </a:rPr>
              <a:t>Grouping</a:t>
            </a:r>
          </a:p>
          <a:p>
            <a:r>
              <a:rPr lang="en-US" sz="1200" b="1" dirty="0">
                <a:solidFill>
                  <a:schemeClr val="tx1"/>
                </a:solidFill>
              </a:rPr>
              <a:t>Description </a:t>
            </a:r>
          </a:p>
          <a:p>
            <a:endParaRPr lang="en-US" sz="1200" b="1" dirty="0">
              <a:solidFill>
                <a:schemeClr val="tx1"/>
              </a:solidFill>
            </a:endParaRPr>
          </a:p>
          <a:p>
            <a:endParaRPr lang="en-US" sz="1200" b="1" dirty="0">
              <a:solidFill>
                <a:schemeClr val="tx1"/>
              </a:solidFill>
            </a:endParaRPr>
          </a:p>
          <a:p>
            <a:endParaRPr lang="en-US" sz="1200" b="1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35639029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2823</TotalTime>
  <Words>324</Words>
  <Application>Microsoft Office PowerPoint</Application>
  <PresentationFormat>Widescreen</PresentationFormat>
  <Paragraphs>41</Paragraphs>
  <Slides>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7" baseType="lpstr">
      <vt:lpstr>Aptos</vt:lpstr>
      <vt:lpstr>Aptos Display</vt:lpstr>
      <vt:lpstr>Arial</vt:lpstr>
      <vt:lpstr>Office Theme</vt:lpstr>
      <vt:lpstr>Chat Healthy </vt:lpstr>
      <vt:lpstr>Overview</vt:lpstr>
      <vt:lpstr>Core model for interrogation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skip snow</dc:creator>
  <cp:lastModifiedBy>skip snow</cp:lastModifiedBy>
  <cp:revision>2</cp:revision>
  <dcterms:created xsi:type="dcterms:W3CDTF">2026-01-17T19:25:09Z</dcterms:created>
  <dcterms:modified xsi:type="dcterms:W3CDTF">2026-01-19T18:29:02Z</dcterms:modified>
</cp:coreProperties>
</file>