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8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12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ED01D-BAE9-4460-C5C3-8D22E87FFA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693AB-BC6C-2B8E-0938-F827807606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16840-26B8-8F15-44AD-6F52A2FCB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3CA11C-DCF3-6C01-FC5C-158BE6B82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4C5A3B-D7A0-5C80-A57F-D1FFD6D1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095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A63B7-0141-FED6-A10C-8F2609E5E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E7458A-D712-7A96-613D-A8B9665F7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F70E4-F795-1B80-D5B4-7021D9B45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32241-3A1F-5535-8C84-DF305A57D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AD472F-06AB-6E09-82C0-7A86D7C95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044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41430-0A4F-8808-984E-931891F11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468C6C-EBAF-51EC-E86B-39ADC594BC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E4AC48-451F-29F7-4BDE-B6B324273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05C96C-42FF-8353-DFFE-9349DEBE2D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F4470C-EE53-5226-E13B-D33713BE5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817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8B03-63D2-7233-918F-0FBAAE39E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E566E-70C4-E61E-1224-805177C40FE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2D015BE-6205-93D6-C5E9-44CE3E6F51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897B8C-1AAD-B0FB-4146-289FBE4BE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F4F5B7-19E8-BFA6-EF15-0513CCDD0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302B63-D00A-0F56-6517-62BF0E958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2752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FC32F-A9DD-CF4F-E3FB-9B3EC132E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7505CE-E0E2-6A34-CFCE-838B1E1F0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A98B3-DE60-A268-5EE0-51AF435EA9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605D78-78D9-8268-F10F-5C09931D69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189E14-290A-2804-DC70-9536997269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737723-0B86-8844-A153-EBB908B6C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B75FE-2C9D-167F-9922-C5BF771A8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B1F122-A4AC-486F-9EBA-3FC6895DF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79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A4B5C-4B19-EFEF-4C68-16B3EA083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89479-4D5E-84E4-7972-C4759BD7B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F8B8BF3-D966-7D85-D085-6497FBAB8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9CBAD5-6435-EA5D-167A-540BB0CF7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090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C81F99-C990-5F0E-B26A-737C4FC48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5A483-BBD0-6E54-96A4-26628825F8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4C22D0-71A8-3A13-EDA3-B18EED6A2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546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DA99-6C6F-18F6-FEA9-C0ADEFC68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C119B-F5D6-69DB-7A27-5119A096B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4BAE60-CE34-38CF-E945-FD1817FC9C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3A23A-9A86-6B9E-3AF5-3011F0DB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734555-2332-5E64-D111-636E012D5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30DB93-373C-362A-DF70-D530C151A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2696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7C0B9-2FBC-5143-EFD9-3F845908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79ECF2-90D7-2980-D7A6-DF95546599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5BAE8-14E8-AE46-99C7-342C319FA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C8E497-F779-E0DB-5AB7-C655040471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7B2961-ACF9-DC4E-F0D7-8E2216992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F869FD-FDA4-A883-2565-CF49F3FF2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4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AD0E1-465A-D407-49FB-513E87072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2BE304-C41B-7ADB-3910-E634E02BB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0BA91-9447-02F7-F6E7-E581DEDCF9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F46037-681A-BC0C-4125-B8040C534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DF7A0-7B8C-4FAE-3AE3-946518A07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46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C05478-0C94-7D71-5A47-0D22F61734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A51217-19C9-9B5B-FB5E-8F7BDD7FA5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B6ADF1-13BA-80CD-AB9E-AD291155A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C80A6B-70B8-AB69-D5A9-F67B17989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BE977-9136-A5DE-3C9E-5B7389E20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741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412C35-6B0E-4433-79B9-7F27350F1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9844CA-491E-D86E-4958-AA344B5C8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6E133-259D-CFB4-998D-3D3FAD51050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295517-FB92-41E2-93A4-7F972A41B115}" type="datetimeFigureOut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395CAF-F9CF-9B31-E890-4AE16EC429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637070-DED5-6471-2C6A-2A68DE9CB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F654DF-8625-419F-B123-D121761BB0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250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97D031-2692-E9F5-2014-5E57688D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1369" y="143332"/>
            <a:ext cx="10515600" cy="932542"/>
          </a:xfrm>
        </p:spPr>
        <p:txBody>
          <a:bodyPr>
            <a:noAutofit/>
          </a:bodyPr>
          <a:lstStyle/>
          <a:p>
            <a:r>
              <a:rPr lang="en-US" sz="2800" dirty="0"/>
              <a:t>Home Page: Smart Phone web interface</a:t>
            </a:r>
            <a:br>
              <a:rPr lang="en-US" sz="2800" dirty="0"/>
            </a:br>
            <a:r>
              <a:rPr lang="en-US" sz="2800" dirty="0"/>
              <a:t>Does not apply to web interface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27A060F-96CE-B4FC-BA0B-B80F11C6B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2835726" y="1309341"/>
            <a:ext cx="3112880" cy="6647297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9AB037-7B2B-B5C0-260D-5F9CF6E47E3F}"/>
              </a:ext>
            </a:extLst>
          </p:cNvPr>
          <p:cNvCxnSpPr>
            <a:cxnSpLocks/>
          </p:cNvCxnSpPr>
          <p:nvPr/>
        </p:nvCxnSpPr>
        <p:spPr>
          <a:xfrm flipH="1">
            <a:off x="7117615" y="6001037"/>
            <a:ext cx="242155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5806150-E4CF-4C90-1C72-0174629CF6E4}"/>
              </a:ext>
            </a:extLst>
          </p:cNvPr>
          <p:cNvSpPr/>
          <p:nvPr/>
        </p:nvSpPr>
        <p:spPr>
          <a:xfrm>
            <a:off x="1769065" y="3175131"/>
            <a:ext cx="229749" cy="2913212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156CE6F-530E-53E5-2307-AFBC2E5CBBD8}"/>
              </a:ext>
            </a:extLst>
          </p:cNvPr>
          <p:cNvSpPr/>
          <p:nvPr/>
        </p:nvSpPr>
        <p:spPr>
          <a:xfrm>
            <a:off x="9539167" y="5472616"/>
            <a:ext cx="1635812" cy="1385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Add all the links on the bottom and top to the menu. Make the </a:t>
            </a:r>
            <a:r>
              <a:rPr lang="en-US" sz="1000" b="1" dirty="0" err="1">
                <a:solidFill>
                  <a:schemeClr val="tx1"/>
                </a:solidFill>
              </a:rPr>
              <a:t>ChatHeallthy</a:t>
            </a:r>
            <a:r>
              <a:rPr lang="en-US" sz="1000" b="1" dirty="0">
                <a:solidFill>
                  <a:schemeClr val="tx1"/>
                </a:solidFill>
              </a:rPr>
              <a:t> Logo 10% bigger with the ‘</a:t>
            </a:r>
            <a:r>
              <a:rPr lang="en-US" sz="1000" b="1" dirty="0" err="1">
                <a:solidFill>
                  <a:schemeClr val="tx1"/>
                </a:solidFill>
              </a:rPr>
              <a:t>preAlpha</a:t>
            </a:r>
            <a:r>
              <a:rPr lang="en-US" sz="1000" b="1" dirty="0">
                <a:solidFill>
                  <a:schemeClr val="tx1"/>
                </a:solidFill>
              </a:rPr>
              <a:t> label</a:t>
            </a:r>
            <a:r>
              <a:rPr lang="en-US" sz="1000" b="1" dirty="0"/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80C88A-FDE7-2D00-6DAC-5B901920FCBC}"/>
              </a:ext>
            </a:extLst>
          </p:cNvPr>
          <p:cNvSpPr/>
          <p:nvPr/>
        </p:nvSpPr>
        <p:spPr>
          <a:xfrm>
            <a:off x="4347611" y="1466564"/>
            <a:ext cx="1635812" cy="138538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b="1" dirty="0">
                <a:solidFill>
                  <a:schemeClr val="tx1"/>
                </a:solidFill>
              </a:rPr>
              <a:t>Move Links to menu, Keep copyright at bottom of page</a:t>
            </a:r>
            <a:endParaRPr lang="en-US" sz="1000" b="1" dirty="0"/>
          </a:p>
        </p:txBody>
      </p: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CA32A777-A8CC-C22E-C434-ADF2C4E32ED8}"/>
              </a:ext>
            </a:extLst>
          </p:cNvPr>
          <p:cNvCxnSpPr>
            <a:cxnSpLocks/>
            <a:stCxn id="12" idx="0"/>
            <a:endCxn id="16" idx="1"/>
          </p:cNvCxnSpPr>
          <p:nvPr/>
        </p:nvCxnSpPr>
        <p:spPr>
          <a:xfrm rot="5400000" flipH="1" flipV="1">
            <a:off x="2607838" y="1435359"/>
            <a:ext cx="1015875" cy="246367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8944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02D79-F5B6-CE67-849A-461230F4D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144" y="0"/>
            <a:ext cx="10515600" cy="1325563"/>
          </a:xfrm>
        </p:spPr>
        <p:txBody>
          <a:bodyPr/>
          <a:lstStyle/>
          <a:p>
            <a:r>
              <a:rPr lang="en-US" dirty="0"/>
              <a:t>Find an individual provider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DB32E8-4AA6-0E21-6E87-CDC07E5196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538" y="1579309"/>
            <a:ext cx="2668999" cy="585900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0124B6B-B211-901A-BF4B-E10AFB65B9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5159" y="1579309"/>
            <a:ext cx="2213990" cy="4945338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E964E8D-406F-4528-0E3F-018AFA1C3E74}"/>
              </a:ext>
            </a:extLst>
          </p:cNvPr>
          <p:cNvCxnSpPr/>
          <p:nvPr/>
        </p:nvCxnSpPr>
        <p:spPr>
          <a:xfrm>
            <a:off x="3997628" y="2311272"/>
            <a:ext cx="0" cy="375409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44292AB-11E8-EF05-C81E-40FBF2CC10CE}"/>
              </a:ext>
            </a:extLst>
          </p:cNvPr>
          <p:cNvCxnSpPr/>
          <p:nvPr/>
        </p:nvCxnSpPr>
        <p:spPr>
          <a:xfrm>
            <a:off x="3997628" y="6028607"/>
            <a:ext cx="293159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08F4EFDE-6C68-0747-D64E-E35726BAB7E9}"/>
              </a:ext>
            </a:extLst>
          </p:cNvPr>
          <p:cNvSpPr/>
          <p:nvPr/>
        </p:nvSpPr>
        <p:spPr>
          <a:xfrm>
            <a:off x="7255464" y="4622546"/>
            <a:ext cx="2320464" cy="180582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Paint the lines in between the vertical panels and allow a user to swipe left or right to expose the panels</a:t>
            </a:r>
          </a:p>
          <a:p>
            <a:r>
              <a:rPr lang="en-US" sz="1000" dirty="0">
                <a:solidFill>
                  <a:schemeClr val="tx1"/>
                </a:solidFill>
              </a:rPr>
              <a:t>Center Panel, left panel specialty choices, Right panel if a detail has been selected detail. The idea is that a user can swipe between panels. And 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6A43C27-C060-92C8-6260-7955D0E1F3F2}"/>
              </a:ext>
            </a:extLst>
          </p:cNvPr>
          <p:cNvCxnSpPr>
            <a:cxnSpLocks/>
          </p:cNvCxnSpPr>
          <p:nvPr/>
        </p:nvCxnSpPr>
        <p:spPr>
          <a:xfrm>
            <a:off x="5477210" y="2348032"/>
            <a:ext cx="1" cy="36805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5B1BAF6-3A02-6C96-9009-E84075802FEA}"/>
              </a:ext>
            </a:extLst>
          </p:cNvPr>
          <p:cNvCxnSpPr>
            <a:cxnSpLocks/>
          </p:cNvCxnSpPr>
          <p:nvPr/>
        </p:nvCxnSpPr>
        <p:spPr>
          <a:xfrm>
            <a:off x="6001037" y="1994219"/>
            <a:ext cx="551397" cy="0"/>
          </a:xfrm>
          <a:prstGeom prst="line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9" name="Rectangle 18">
            <a:extLst>
              <a:ext uri="{FF2B5EF4-FFF2-40B4-BE49-F238E27FC236}">
                <a16:creationId xmlns:a16="http://schemas.microsoft.com/office/drawing/2014/main" id="{1BC286B0-D0AD-9958-F6B2-6255CC84C1E7}"/>
              </a:ext>
            </a:extLst>
          </p:cNvPr>
          <p:cNvSpPr/>
          <p:nvPr/>
        </p:nvSpPr>
        <p:spPr>
          <a:xfrm>
            <a:off x="6672668" y="1461206"/>
            <a:ext cx="3114628" cy="88682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Add links to the panels at the top of the menu: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Provider list= center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Specialty Filter is left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Provider detail is right </a:t>
            </a:r>
            <a:r>
              <a:rPr lang="en-US" sz="800" dirty="0">
                <a:solidFill>
                  <a:schemeClr val="tx1"/>
                </a:solidFill>
              </a:rPr>
              <a:t>(only visible if a detail is selected)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3C7381D-628B-DCE6-7FA6-CF618987E4FF}"/>
              </a:ext>
            </a:extLst>
          </p:cNvPr>
          <p:cNvSpPr/>
          <p:nvPr/>
        </p:nvSpPr>
        <p:spPr>
          <a:xfrm>
            <a:off x="3997628" y="4994738"/>
            <a:ext cx="1419844" cy="8454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E8C434C-FC20-3738-687E-F33D150123F3}"/>
              </a:ext>
            </a:extLst>
          </p:cNvPr>
          <p:cNvSpPr/>
          <p:nvPr/>
        </p:nvSpPr>
        <p:spPr>
          <a:xfrm>
            <a:off x="6672668" y="3293073"/>
            <a:ext cx="3114628" cy="511565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000" dirty="0">
                <a:solidFill>
                  <a:schemeClr val="tx1"/>
                </a:solidFill>
              </a:rPr>
              <a:t>This is just a button that pops up this dialogue and operates on the list in real time. Thus, returning this vertical space to the list and selector. </a:t>
            </a:r>
          </a:p>
        </p:txBody>
      </p: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8C06A323-3576-7E5C-71F4-CA0621626173}"/>
              </a:ext>
            </a:extLst>
          </p:cNvPr>
          <p:cNvCxnSpPr>
            <a:cxnSpLocks/>
            <a:stCxn id="20" idx="0"/>
            <a:endCxn id="22" idx="1"/>
          </p:cNvCxnSpPr>
          <p:nvPr/>
        </p:nvCxnSpPr>
        <p:spPr>
          <a:xfrm rot="5400000" flipH="1" flipV="1">
            <a:off x="4967168" y="3289238"/>
            <a:ext cx="1445882" cy="1965118"/>
          </a:xfrm>
          <a:prstGeom prst="bentConnector2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35230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E8117-AA66-2E1E-0222-27BE9B57BE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handle the filter screen on the phone.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98AA96-1F3D-3F01-0011-F9379B0307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666" y="1162881"/>
            <a:ext cx="2394609" cy="521275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44452EB-B6CA-C2FD-7293-6F8CC1B282DF}"/>
              </a:ext>
            </a:extLst>
          </p:cNvPr>
          <p:cNvSpPr/>
          <p:nvPr/>
        </p:nvSpPr>
        <p:spPr>
          <a:xfrm>
            <a:off x="5268412" y="4229100"/>
            <a:ext cx="3217762" cy="1840230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en-US" sz="1100" dirty="0">
                <a:solidFill>
                  <a:schemeClr val="tx1"/>
                </a:solidFill>
              </a:rPr>
              <a:t>The display of the filter in the web version is perfect, except that it must be in a popup. So all this rhetoric is not to be there. This box is to be as thin vertically as possible while containing a button that a human can push with their fingers. When they do the web interface with the circles a user can manipulate that change the query in real time, that is what pops up, Of course on the upper right is an X to close the popup.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82FCFA2-5349-894D-80B4-0699547AC6B5}"/>
              </a:ext>
            </a:extLst>
          </p:cNvPr>
          <p:cNvCxnSpPr>
            <a:cxnSpLocks/>
            <a:stCxn id="6" idx="1"/>
            <a:endCxn id="10" idx="3"/>
          </p:cNvCxnSpPr>
          <p:nvPr/>
        </p:nvCxnSpPr>
        <p:spPr>
          <a:xfrm flipH="1">
            <a:off x="3705828" y="5149215"/>
            <a:ext cx="1562584" cy="8447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A2EC6504-D7B9-4222-30E6-077513A37D0F}"/>
              </a:ext>
            </a:extLst>
          </p:cNvPr>
          <p:cNvSpPr/>
          <p:nvPr/>
        </p:nvSpPr>
        <p:spPr>
          <a:xfrm>
            <a:off x="488066" y="5036916"/>
            <a:ext cx="3217762" cy="3935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095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6FD1E4-3AF4-97F2-A769-E74623341A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920" y="1183289"/>
            <a:ext cx="2333642" cy="38481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D15D03-8E7A-64E3-C363-CDFB24A38317}"/>
              </a:ext>
            </a:extLst>
          </p:cNvPr>
          <p:cNvSpPr txBox="1"/>
          <p:nvPr/>
        </p:nvSpPr>
        <p:spPr>
          <a:xfrm>
            <a:off x="4052768" y="1217668"/>
            <a:ext cx="2545616" cy="4278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2">
                <a:lumMod val="10000"/>
                <a:lumOff val="90000"/>
              </a:schemeClr>
            </a:solidFill>
          </a:ln>
        </p:spPr>
        <p:txBody>
          <a:bodyPr wrap="square" rtlCol="0">
            <a:spAutoFit/>
          </a:bodyPr>
          <a:lstStyle/>
          <a:p>
            <a:endParaRPr lang="en-US" sz="1200" dirty="0"/>
          </a:p>
          <a:p>
            <a:r>
              <a:rPr lang="en-US" sz="1200" dirty="0"/>
              <a:t>Choose Facility Type</a:t>
            </a:r>
          </a:p>
          <a:p>
            <a:endParaRPr lang="en-US" sz="1200" dirty="0"/>
          </a:p>
          <a:p>
            <a:r>
              <a:rPr lang="en-US" sz="800" dirty="0"/>
              <a:t>All Possible, Ambulatory, In patient, Your choice</a:t>
            </a:r>
          </a:p>
          <a:p>
            <a:endParaRPr lang="en-US" sz="800" dirty="0"/>
          </a:p>
          <a:p>
            <a:r>
              <a:rPr lang="en-US" sz="800" dirty="0"/>
              <a:t>Ambulatory, Psychiatric, Inpatient (check boxes)</a:t>
            </a:r>
          </a:p>
          <a:p>
            <a:r>
              <a:rPr lang="en-US" sz="800" dirty="0"/>
              <a:t>Check all same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  Same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68E5CBF-9A25-C343-371C-5A3EF2A7C7A7}"/>
              </a:ext>
            </a:extLst>
          </p:cNvPr>
          <p:cNvCxnSpPr/>
          <p:nvPr/>
        </p:nvCxnSpPr>
        <p:spPr>
          <a:xfrm flipV="1">
            <a:off x="2081524" y="1539317"/>
            <a:ext cx="2086118" cy="45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856014-9648-899A-9B49-764D4B607B04}"/>
              </a:ext>
            </a:extLst>
          </p:cNvPr>
          <p:cNvCxnSpPr/>
          <p:nvPr/>
        </p:nvCxnSpPr>
        <p:spPr>
          <a:xfrm flipV="1">
            <a:off x="1815015" y="1865560"/>
            <a:ext cx="2352627" cy="87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D2B18E2-7308-D1F2-F6ED-7E6FD2D1ECC2}"/>
              </a:ext>
            </a:extLst>
          </p:cNvPr>
          <p:cNvCxnSpPr/>
          <p:nvPr/>
        </p:nvCxnSpPr>
        <p:spPr>
          <a:xfrm flipV="1">
            <a:off x="1815015" y="2205588"/>
            <a:ext cx="2246943" cy="873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0A0047B-E8FA-39C6-3A13-60CDBE4DE0FB}"/>
              </a:ext>
            </a:extLst>
          </p:cNvPr>
          <p:cNvCxnSpPr>
            <a:cxnSpLocks/>
          </p:cNvCxnSpPr>
          <p:nvPr/>
        </p:nvCxnSpPr>
        <p:spPr>
          <a:xfrm>
            <a:off x="2398577" y="3262432"/>
            <a:ext cx="1769065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2E04A68E-328E-7FF3-3134-168D4A225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042" y="1280398"/>
            <a:ext cx="2598484" cy="3653909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E94823B-BDAA-AFC0-46FE-E0E501402649}"/>
              </a:ext>
            </a:extLst>
          </p:cNvPr>
          <p:cNvSpPr/>
          <p:nvPr/>
        </p:nvSpPr>
        <p:spPr>
          <a:xfrm>
            <a:off x="7126806" y="3685170"/>
            <a:ext cx="2320462" cy="1130364"/>
          </a:xfrm>
          <a:prstGeom prst="rect">
            <a:avLst/>
          </a:prstGeom>
          <a:solidFill>
            <a:schemeClr val="accent1">
              <a:alpha val="56000"/>
            </a:schemeClr>
          </a:solidFill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Delete these links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F39655-5E6F-139B-807A-C1B3932D6647}"/>
              </a:ext>
            </a:extLst>
          </p:cNvPr>
          <p:cNvSpPr txBox="1"/>
          <p:nvPr/>
        </p:nvSpPr>
        <p:spPr>
          <a:xfrm>
            <a:off x="9979945" y="3000212"/>
            <a:ext cx="1792040" cy="3385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800" dirty="0"/>
              <a:t>Keep the research header Empty on next iteration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719EE29-6BA9-91A6-0CE9-5DC18D2DC2B0}"/>
              </a:ext>
            </a:extLst>
          </p:cNvPr>
          <p:cNvCxnSpPr>
            <a:cxnSpLocks/>
            <a:endCxn id="19" idx="1"/>
          </p:cNvCxnSpPr>
          <p:nvPr/>
        </p:nvCxnSpPr>
        <p:spPr>
          <a:xfrm flipV="1">
            <a:off x="7370340" y="3169489"/>
            <a:ext cx="2609605" cy="45594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E586C658-DB69-7527-6CD8-FEB998C89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79" y="190643"/>
            <a:ext cx="10515600" cy="491922"/>
          </a:xfrm>
        </p:spPr>
        <p:txBody>
          <a:bodyPr>
            <a:normAutofit fontScale="90000"/>
          </a:bodyPr>
          <a:lstStyle/>
          <a:p>
            <a:r>
              <a:rPr lang="en-US" dirty="0"/>
              <a:t>Facility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A0F549-428B-4F0C-950C-E161495CF8B6}"/>
              </a:ext>
            </a:extLst>
          </p:cNvPr>
          <p:cNvSpPr/>
          <p:nvPr/>
        </p:nvSpPr>
        <p:spPr>
          <a:xfrm>
            <a:off x="358408" y="5155562"/>
            <a:ext cx="3574890" cy="15163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Research coming</a:t>
            </a:r>
          </a:p>
        </p:txBody>
      </p:sp>
    </p:spTree>
    <p:extLst>
      <p:ext uri="{BB962C8B-B14F-4D97-AF65-F5344CB8AC3E}">
        <p14:creationId xmlns:p14="http://schemas.microsoft.com/office/powerpoint/2010/main" val="2599954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548</TotalTime>
  <Words>315</Words>
  <Application>Microsoft Office PowerPoint</Application>
  <PresentationFormat>Widescreen</PresentationFormat>
  <Paragraphs>39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Home Page: Smart Phone web interface Does not apply to web interface</vt:lpstr>
      <vt:lpstr>Find an individual provider</vt:lpstr>
      <vt:lpstr>How to handle the filter screen on the phone. </vt:lpstr>
      <vt:lpstr>Facility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skip snow</dc:creator>
  <cp:lastModifiedBy>skip snow</cp:lastModifiedBy>
  <cp:revision>3</cp:revision>
  <dcterms:created xsi:type="dcterms:W3CDTF">2026-09-03T16:53:01Z</dcterms:created>
  <dcterms:modified xsi:type="dcterms:W3CDTF">2026-09-09T21:17:26Z</dcterms:modified>
</cp:coreProperties>
</file>